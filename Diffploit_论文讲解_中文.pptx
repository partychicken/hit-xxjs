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Noto Sans CJK SC"/>
              </a:rPr>
              <a:t>Diffploit 论文总结与中文讲解 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34155"/>
                </a:solidFill>
                <a:latin typeface="Noto Sans CJK SC"/>
              </a:rPr>
              <a:t>后续仅维护中文版本；本版已细化方法部分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24128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Noto Sans CJK SC"/>
              </a:rPr>
              <a:t>核心问题：能否把一个只在某个版本可用的 exploit，自动迁移到其他受影响版本上？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2468880"/>
            <a:ext cx="43891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07592" y="257860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Noto Sans CJK SC"/>
              </a:rPr>
              <a:t>本套材料回答什么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07792"/>
            <a:ext cx="4114800" cy="16002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论文解决了什么问题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Diffploit 的方法怎么工作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实验效果如何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主要贡献是什么、价值有多大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2468880"/>
            <a:ext cx="53035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9592" y="257860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59669"/>
                </a:solidFill>
                <a:latin typeface="Noto Sans CJK SC"/>
              </a:rPr>
              <a:t>一句话结论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907792"/>
            <a:ext cx="5029200" cy="16002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Diffploit 是一个由 LLM 参与、由版本 diff 驱动的跨版本 exploit 迁移框架。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它在 689 个 Java exploit 迁移任务上取得了 84.2% 成功率，并且对真实漏洞记录修正有实际帮助。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Noto Sans CJK SC"/>
              </a:rPr>
              <a:t>来源：用户提供的 diffploit.pdf 论文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Noto Sans CJK SC"/>
              </a:rPr>
              <a:t>1. 论文解决了什么问题？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29844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Noto Sans CJK SC"/>
              </a:rPr>
              <a:t>现实痛点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3383280" cy="39776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公开 exploit 往往只适配一个特定版本。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同一个漏洞在其他受影响版本上，经常因为库演化而无法直接复用原 exploit。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这会阻碍漏洞验证、影响评估和受影响版本确认。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18872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90872" y="129844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97706"/>
                </a:solidFill>
                <a:latin typeface="Noto Sans CJK SC"/>
              </a:rPr>
              <a:t>为什么直接复用会失败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627632"/>
            <a:ext cx="3383280" cy="39776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环境变了：依赖、构建、仓库、运行时都可能变化。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触发条件变了：API 可能重命名、重构、删除，甚至语义变化。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单次 LLM 提示没有足够的版本上下文，容易“瞎改”。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188720"/>
            <a:ext cx="31546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7072" y="1298448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59669"/>
                </a:solidFill>
                <a:latin typeface="Noto Sans CJK SC"/>
              </a:rPr>
              <a:t>为什么值得做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627632"/>
            <a:ext cx="2880360" cy="39776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安全团队需要在“自己实际使用的版本”上验证漏洞。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漏洞公告可能遗漏某些受影响版本，而迁移后的 exploit 可以帮助发现这些空白。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因此它既是工程问题，也是漏洞数据质量问题。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Noto Sans CJK SC"/>
              </a:rPr>
              <a:t>来源：用户提供的 diffploit.pdf 论文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Noto Sans CJK SC"/>
              </a:rPr>
              <a:t>2. Diffploit 的核心思想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097280"/>
            <a:ext cx="10515600" cy="822960"/>
          </a:xfrm>
          <a:prstGeom prst="roundRect">
            <a:avLst/>
          </a:prstGeom>
          <a:solidFill>
            <a:srgbClr val="E0F2FE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Noto Sans CJK SC"/>
              </a:rPr>
              <a:t>把“失败的目标版本”和“成功的参考版本”放在一起比较，抽取有用 diff，再让 LLM 在验证反馈中迭代修改 exploit。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32461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395728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59669"/>
                </a:solidFill>
                <a:latin typeface="Noto Sans CJK SC"/>
              </a:rPr>
              <a:t>参考版本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24912"/>
            <a:ext cx="2971800" cy="14173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当前 exploit 已经可以成功复现漏洞的版本。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提供“应有行为”的基准。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2461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2395728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97706"/>
                </a:solidFill>
                <a:latin typeface="Noto Sans CJK SC"/>
              </a:rPr>
              <a:t>目标版本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724912"/>
            <a:ext cx="2971800" cy="14173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已知受影响，但 exploit 当前复现失败的版本。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失败输出会暴露“到底哪里坏了”。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286000"/>
            <a:ext cx="32461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395728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Noto Sans CJK SC"/>
              </a:rPr>
              <a:t>迁移引擎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724912"/>
            <a:ext cx="2971800" cy="14173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从 causing diff 和 supporting diff 中构建结构化上下文。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不是一次性猜答案，而是“修—跑—验—再修”的闭环。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49039" y="3246120"/>
            <a:ext cx="685801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06640" y="3246120"/>
            <a:ext cx="6858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05840" y="4709160"/>
            <a:ext cx="10241280" cy="10972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Noto Sans CJK SC"/>
              </a:defRPr>
            </a:pPr>
            <a:r>
              <a:t>这篇论文最关键的提升在于：不仅修代码，还处理环境兼容性。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Noto Sans CJK SC"/>
              </a:defRPr>
            </a:pPr>
            <a:r>
              <a:t>因此它比单纯 API 修复或普通测试修复更适合 exploit 迁移任务。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Noto Sans CJK SC"/>
              </a:rPr>
              <a:t>来源：用户提供的 diffploit.pdf 论文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Noto Sans CJK SC"/>
              </a:rPr>
              <a:t>3. 方法总览：从失败 exploit 到成功迁移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83080"/>
            <a:ext cx="15544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F172A"/>
                </a:solidFill>
                <a:latin typeface="Noto Sans CJK SC"/>
              </a:rPr>
              <a:t>1. 在参考/目标版本执行 exploit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23160" y="1783080"/>
            <a:ext cx="15544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F172A"/>
                </a:solidFill>
                <a:latin typeface="Noto Sans CJK SC"/>
              </a:rPr>
              <a:t>2. 提取失败指示（failure indicators）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783080"/>
            <a:ext cx="15544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F172A"/>
                </a:solidFill>
                <a:latin typeface="Noto Sans CJK SC"/>
              </a:rPr>
              <a:t>3. 从 git diff 中构建迁移上下文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1783080"/>
            <a:ext cx="15544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F172A"/>
                </a:solidFill>
                <a:latin typeface="Noto Sans CJK SC"/>
              </a:rPr>
              <a:t>4. 退火式选择候选 diff 组合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783080"/>
            <a:ext cx="15544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F172A"/>
                </a:solidFill>
                <a:latin typeface="Noto Sans CJK SC"/>
              </a:rPr>
              <a:t>5. 用 LLM 定位并修改 exploit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69880" y="1783080"/>
            <a:ext cx="15544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F172A"/>
                </a:solidFill>
                <a:latin typeface="Noto Sans CJK SC"/>
              </a:rPr>
              <a:t>6. 重跑验证，失败则继续迭代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57400" y="2331720"/>
            <a:ext cx="365760" cy="0"/>
          </a:xfrm>
          <a:prstGeom prst="line">
            <a:avLst/>
          </a:prstGeom>
          <a:ln w="317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77639" y="2331720"/>
            <a:ext cx="548641" cy="0"/>
          </a:xfrm>
          <a:prstGeom prst="line">
            <a:avLst/>
          </a:prstGeom>
          <a:ln w="317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0760" y="2331720"/>
            <a:ext cx="731520" cy="0"/>
          </a:xfrm>
          <a:prstGeom prst="line">
            <a:avLst/>
          </a:prstGeom>
          <a:ln w="317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366760" y="2331720"/>
            <a:ext cx="548640" cy="0"/>
          </a:xfrm>
          <a:prstGeom prst="line">
            <a:avLst/>
          </a:prstGeom>
          <a:ln w="317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195560" y="2331720"/>
            <a:ext cx="274320" cy="0"/>
          </a:xfrm>
          <a:prstGeom prst="line">
            <a:avLst/>
          </a:prstGeom>
          <a:ln w="317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" y="3657600"/>
            <a:ext cx="10972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7673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Noto Sans CJK SC"/>
              </a:rPr>
              <a:t>这一步和普通“让 LLM 改代码”有什么不同？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096512"/>
            <a:ext cx="10698480" cy="14173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Noto Sans CJK SC"/>
              </a:defRPr>
            </a:pPr>
            <a:r>
              <a:t>Diffploit 先把失败变成可解释的结构化对象，而不是把完整报错直接丢给模型。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Noto Sans CJK SC"/>
              </a:defRPr>
            </a:pPr>
            <a:r>
              <a:t>它还会把 target 与 reference 之间的版本差异筛成“可能导致失败的证据”和“可借鉴的适配样例”。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Noto Sans CJK SC"/>
              </a:defRPr>
            </a:pPr>
            <a:r>
              <a:t>因此模型修改 exploit 时，不是在盲猜，而是在“带证据修复”。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Noto Sans CJK SC"/>
              </a:rPr>
              <a:t>来源：用户提供的 diffploit.pdf 论文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Noto Sans CJK SC"/>
              </a:rPr>
              <a:t>4. 方法细节（一）：Context Module 怎么构建迁移上下文？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3657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34416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59669"/>
                </a:solidFill>
                <a:latin typeface="Noto Sans CJK SC"/>
              </a:rPr>
              <a:t>步骤 A：选择参考版本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73352"/>
            <a:ext cx="3383280" cy="14173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从所有已成功复现 exploit 的版本里，找一个与目标版本“距离最近”的 reference version。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这样做的目的，是让对比更有针对性，减少无关差异。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234440"/>
            <a:ext cx="3657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34416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Noto Sans CJK SC"/>
              </a:rPr>
              <a:t>步骤 B：抽取 failure indicators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73352"/>
            <a:ext cx="3383280" cy="14173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对比 reference 与 target 的执行输出。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把差异抽象为具体失败症状，如：构建错误、运行时异常、断言不一致、类/方法缺失。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23444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34416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EA5E9"/>
                </a:solidFill>
                <a:latin typeface="Noto Sans CJK SC"/>
              </a:rPr>
              <a:t>步骤 C：抽取 failure identifiers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673352"/>
            <a:ext cx="3063240" cy="14173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再把失败症状压缩成检索用的关键标识，例如类名、方法名、异常词、包名。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这些标识是后续从 diff 中找证据的锚点。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20440"/>
            <a:ext cx="3657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63016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97706"/>
                </a:solidFill>
                <a:latin typeface="Noto Sans CJK SC"/>
              </a:rPr>
              <a:t>步骤 D：提取 causing diff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59352"/>
            <a:ext cx="3383280" cy="15087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查找最可能“造成失败”的 diff hunk。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例如：package 改名、方法签名变化、返回类型变化、方法删除、类型不兼容。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这些 diff 解释了“为什么原 exploit 在目标版本失效”。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520440"/>
            <a:ext cx="3657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363016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8B5CF6"/>
                </a:solidFill>
                <a:latin typeface="Noto Sans CJK SC"/>
              </a:rPr>
              <a:t>步骤 E：提取 supporting diff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959352"/>
            <a:ext cx="3383280" cy="15087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查找库内部为适配 breaking changes 而做的修改。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典型来源包括：测试代码调整、替代调用、包装函数、内部 API 使用更新。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这些 diff 不是“问题原因”，而是“修复参考答案的线索”。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520440"/>
            <a:ext cx="33375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363016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C2626"/>
                </a:solidFill>
                <a:latin typeface="Noto Sans CJK SC"/>
              </a:rPr>
              <a:t>最终形成的迁移上下文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959352"/>
            <a:ext cx="3063240" cy="15087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一个 failure indicator + 对应 identifiers + causing diffs + supporting diffs。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论文把它视为针对单个失败单元的结构化 migration context。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Noto Sans CJK SC"/>
              </a:rPr>
              <a:t>来源：用户提供的 diffploit.pdf 论文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Noto Sans CJK SC"/>
              </a:rPr>
              <a:t>5. 方法细节（二）：Migration Module 如何真正把 exploit 改对？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3703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38988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Noto Sans CJK SC"/>
              </a:rPr>
              <a:t>1. Diff Annealing（退火式搜索）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19072"/>
            <a:ext cx="3429000" cy="18288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候选空间不是一个 diff，而是一组 diff：causing、supporting 以及它们的组合。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系统根据分数和温度，在“优先试高价值候选”和“继续探索更多组合”之间平衡。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这解决了 exploit 迁移往往不是单点修复，而是多处联动修改的问题。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280160"/>
            <a:ext cx="3703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90872" y="138988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59669"/>
                </a:solidFill>
                <a:latin typeface="Noto Sans CJK SC"/>
              </a:rPr>
              <a:t>2. LLM 先定位，再修改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719072"/>
            <a:ext cx="3429000" cy="18288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Diffploit 不是直接让模型重写整份 exploit。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它先让 LLM 判断改动位置，例如 `pom.xml`、测试代码、导入语句、调用逻辑。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然后再结合选中的 diff 上下文，在该位置做有约束的修改。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280160"/>
            <a:ext cx="31546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7072" y="1389888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97706"/>
                </a:solidFill>
                <a:latin typeface="Noto Sans CJK SC"/>
              </a:rPr>
              <a:t>3. Validation Loop（验证闭环）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719072"/>
            <a:ext cx="2880360" cy="18288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改完后立即重跑 exploit。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如果原 failure indicator 还在，说明这次修复失败，回到退火搜索继续试。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如果原失败消失，但出现新失败，则允许有限深度的继续修复。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023360"/>
            <a:ext cx="10789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1330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8B5CF6"/>
                </a:solidFill>
                <a:latin typeface="Noto Sans CJK SC"/>
              </a:rPr>
              <a:t>为什么这种设计有效？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462272"/>
            <a:ext cx="10515600" cy="9601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Noto Sans CJK SC"/>
              </a:defRPr>
            </a:pPr>
            <a:r>
              <a:t>它把 exploit 迁移从“一次性生成问题”转成了“搜索 + 局部修复 + 反馈验证问题”。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Noto Sans CJK SC"/>
              </a:defRPr>
            </a:pPr>
            <a:r>
              <a:t>模型负责理解和改写，但搜索策略负责控制试错成本。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Noto Sans CJK SC"/>
              </a:defRPr>
            </a:pPr>
            <a:r>
              <a:t>因此它比纯规则或纯 LLM 都更稳。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Noto Sans CJK SC"/>
              </a:rPr>
              <a:t>来源：用户提供的 diffploit.pdf 论文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Noto Sans CJK SC"/>
              </a:rPr>
              <a:t>6. 实验设置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749039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389888"/>
            <a:ext cx="3474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Noto Sans CJK SC"/>
              </a:rPr>
              <a:t>评测基准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19072"/>
            <a:ext cx="3474719" cy="38862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作者使用了公开规模最大的 Java exploit 数据集。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总体包含 79 个库、102 个 CVE。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最终迁移评测集为 30 个 CVE、689 个真正受影响且需要迁移的版本任务。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280160"/>
            <a:ext cx="32461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90872" y="1389888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EA5E9"/>
                </a:solidFill>
                <a:latin typeface="Noto Sans CJK SC"/>
              </a:rPr>
              <a:t>执行环境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719072"/>
            <a:ext cx="2971800" cy="38862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Ubuntu 20.04、Java 11，通过 mvn test 执行 exploit。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每个版本限制 5 分钟。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使用 git diff 构建跨版本变化上下文。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2801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4152" y="1389888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97706"/>
                </a:solidFill>
                <a:latin typeface="Noto Sans CJK SC"/>
              </a:rPr>
              <a:t>对比基线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719072"/>
            <a:ext cx="3246120" cy="38862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TaRGET（change-aware 测试修复）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IntelliJ IDEA Quick Fix + Auto-import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直接 GPT-4o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直接 DeepSeek-v3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Noto Sans CJK SC"/>
              </a:rPr>
              <a:t>来源：用户提供的 diffploit.pdf 论文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Noto Sans CJK SC"/>
              </a:rPr>
              <a:t>7. 效果如何？</a:t>
            </a:r>
          </a:p>
        </p:txBody>
      </p:sp>
      <p:pic>
        <p:nvPicPr>
          <p:cNvPr id="3" name="Picture 2" descr="success_comparison_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812280" cy="350768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26679" y="1417320"/>
            <a:ext cx="3657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91271" y="152704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59669"/>
                </a:solidFill>
                <a:latin typeface="Noto Sans CJK SC"/>
              </a:rPr>
              <a:t>核心结果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39" y="1856232"/>
            <a:ext cx="3383280" cy="22402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Diffploit 在 689 个任务中成功 580 个，成功率 84.2%。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它明显优于 TaRGET（32.2%）、IDEA（22.6%）、GPT-4o（35.2%）和 DeepSeek-v3（38.1%）。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这说明提升并不来自“只用了 LLM”，而是来自围绕 LLM 设计的 diff 驱动工作流。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4389120"/>
            <a:ext cx="3657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91271" y="449884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Noto Sans CJK SC"/>
              </a:rPr>
              <a:t>如何理解这个结果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39" y="4828032"/>
            <a:ext cx="3383280" cy="10515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该框架适用于多种 Java 库和多种漏洞类型。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尤其适合那些不只是“改个函数名”，还需要改 import、pom 和运行环境的复杂迁移场景。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Noto Sans CJK SC"/>
              </a:rPr>
              <a:t>来源：用户提供的 diffploit.pdf 论文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Noto Sans CJK SC"/>
              </a:rPr>
              <a:t>8. 为什么它有效？看消融实验</a:t>
            </a:r>
          </a:p>
        </p:txBody>
      </p:sp>
      <p:pic>
        <p:nvPicPr>
          <p:cNvPr id="3" name="Picture 2" descr="ablation_analysis_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766560" cy="348414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35240" y="1371600"/>
            <a:ext cx="379476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99832" y="1481328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97706"/>
                </a:solidFill>
                <a:latin typeface="Noto Sans CJK SC"/>
              </a:rPr>
              <a:t>消融结果说明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10512"/>
            <a:ext cx="3520440" cy="25603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去掉 causing diff 后，成功率从 84.2% 降到 68.2%。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去掉 supporting diff 后，成功率降到 71.0%。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去掉 annealing 后，成功率降到 67.1%，平均步数增幅也最大。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完整设计在“效果”和“效率”上都最好。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4572000"/>
            <a:ext cx="3794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9832" y="4681728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59669"/>
                </a:solidFill>
                <a:latin typeface="Noto Sans CJK SC"/>
              </a:rPr>
              <a:t>一句话理解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5010912"/>
            <a:ext cx="3520440" cy="8229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每个模块都不是装饰品，而是真正起作用。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尤其是退火策略，它帮助系统在复杂搜索空间里更快找到有效迁移路径。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Noto Sans CJK SC"/>
              </a:rPr>
              <a:t>来源：用户提供的 diffploit.pdf 论文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Noto Sans CJK SC"/>
              </a:rPr>
              <a:t>9. 真实世界价值与落地性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71600"/>
            <a:ext cx="374903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481328"/>
            <a:ext cx="3474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59669"/>
                </a:solidFill>
                <a:latin typeface="Noto Sans CJK SC"/>
              </a:rPr>
              <a:t>对漏洞记录的实际影响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474719" cy="39776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发现 5 个 CVE 报告的受影响版本范围不准确或不清晰。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其中 3 个得到 CNA 确认。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在 GitHub Advisory Database 中发现 111 个遗漏版本。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其中 82 个版本被接受。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371600"/>
            <a:ext cx="32461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8032" y="1481328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Noto Sans CJK SC"/>
              </a:rPr>
              <a:t>成本与落地可行性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810512"/>
            <a:ext cx="2971800" cy="39776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平均每次成功迁移成本约为 $0.0014。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平均每次失败尝试成本约为 $0.0020。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成本足够低，具备批量应用的现实可行性。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37160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2" y="148132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EA5E9"/>
                </a:solidFill>
                <a:latin typeface="Noto Sans CJK SC"/>
              </a:rPr>
              <a:t>人工节省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810512"/>
            <a:ext cx="3108960" cy="39776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论文估计，相比依赖 IDEA 辅助修复，Diffploit 可减少约 80% 人工工作量。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这意味着它不仅“分数高”，而且“真能省事”。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Noto Sans CJK SC"/>
              </a:rPr>
              <a:t>来源：用户提供的 diffploit.pdf 论文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Noto Sans CJK SC"/>
              </a:rPr>
              <a:t>10. 论文的主要贡献是什么？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71600"/>
            <a:ext cx="35661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48132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Noto Sans CJK SC"/>
              </a:rPr>
              <a:t>贡献一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291840" cy="37033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提出了一个新的跨版本 exploit 迁移框架。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它把版本 diff、失败分析、LLM 修改和验证闭环结合了起来。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71600"/>
            <a:ext cx="33375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45152" y="148132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59669"/>
                </a:solidFill>
                <a:latin typeface="Noto Sans CJK SC"/>
              </a:rPr>
              <a:t>贡献二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810512"/>
            <a:ext cx="3063240" cy="37033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在较大规模 Java 基准上给出了有说服力的实验结果。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相对专门修复工具和直接 LLM prompting 都有明显优势。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371600"/>
            <a:ext cx="34290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48132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97706"/>
                </a:solidFill>
                <a:latin typeface="Noto Sans CJK SC"/>
              </a:rPr>
              <a:t>贡献三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810512"/>
            <a:ext cx="3154680" cy="37033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对真实漏洞数据库产生了修正价值。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迁移后的 exploit 帮助发现遗漏或不准确的受影响版本范围。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Noto Sans CJK SC"/>
              </a:rPr>
              <a:t>来源：用户提供的 diffploit.pdf 论文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Noto Sans CJK SC"/>
              </a:rPr>
              <a:t>11. 这些贡献有多重要？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48132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Noto Sans CJK SC"/>
              </a:rPr>
              <a:t>技术重要性：高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10512"/>
            <a:ext cx="3291840" cy="38862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它解决的是一个难度高、且以往 Java 方案不够成熟的安全工程问题。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它不只做 API 匹配，还显式处理环境破坏与迭代修复。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3716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48132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59669"/>
                </a:solidFill>
                <a:latin typeface="Noto Sans CJK SC"/>
              </a:rPr>
              <a:t>实用重要性：很高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3291840" cy="38862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它直接服务于漏洞验证、供应链安全和公告纠错。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来自 CNA / GitHub 的外部接受，进一步增强了可信度。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48132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8B5CF6"/>
                </a:solidFill>
                <a:latin typeface="Noto Sans CJK SC"/>
              </a:rPr>
              <a:t>研究重要性：高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810512"/>
            <a:ext cx="3108960" cy="38862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它说明：当 LLM 被结构化的软件演化证据充分约束时，工程能力会显著增强。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这对 exploit 迁移、测试修复、补丁移植等方向都有启发。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Noto Sans CJK SC"/>
              </a:rPr>
              <a:t>来源：用户提供的 diffploit.pdf 论文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Noto Sans CJK SC"/>
              </a:rPr>
              <a:t>12. 局限性与最终判断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63040"/>
            <a:ext cx="45720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572768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97706"/>
                </a:solidFill>
                <a:latin typeface="Noto Sans CJK SC"/>
              </a:rPr>
              <a:t>当前局限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01952"/>
            <a:ext cx="4297680" cy="22402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当漏洞在不同版本中的表现发生变化、原断言失效时，它会遇到困难。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对高度专门化输入载荷（如精心构造 PDF、格式敏感 token）的处理仍有限。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当历史 diff 上下文不足时，迁移也可能失败。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0" y="1463040"/>
            <a:ext cx="54864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88152" y="1572768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59669"/>
                </a:solidFill>
                <a:latin typeface="Noto Sans CJK SC"/>
              </a:rPr>
              <a:t>最终判断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901952"/>
            <a:ext cx="5212080" cy="22402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这是一篇重要的论文。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它真正有价值的地方，不只是指标更高，而是重新定义了 exploit 迁移问题：让它变成一个由 diff 和反馈驱动、可解释、可迭代、可落地的过程。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Noto Sans CJK SC"/>
              </a:defRPr>
            </a:pPr>
            <a:r>
              <a:t>简而言之，Diffploit 是迈向可扩展跨版本漏洞验证的重要一步。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800600"/>
            <a:ext cx="10241280" cy="868680"/>
          </a:xfrm>
          <a:prstGeom prst="roundRect">
            <a:avLst/>
          </a:prstGeom>
          <a:solidFill>
            <a:srgbClr val="DCFCE7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Noto Sans CJK SC"/>
              </a:rPr>
              <a:t>一句话总结：Diffploit 把 exploit 迁移从“脆弱的人工活”变成了“结构化、低成本、高价值的工作流”。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Noto Sans CJK SC"/>
              </a:rPr>
              <a:t>来源：用户提供的 diffploit.pdf 论文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